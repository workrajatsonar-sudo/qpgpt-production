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Google Sans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02" y="1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c07f7ad1a1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c07f7ad1a1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c07f7ad1a1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c07f7ad1a1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c07f7ad1a1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c07f7ad1a1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c07f7ad1a1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 b="1" i="0" u="none" strike="noStrike" cap="non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sz="4000" b="1" i="0" u="none" strike="noStrike" cap="non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lang="en-GB" sz="1500" b="0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sz="1500" b="0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sz="1500" b="0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sz="1500" b="0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sz="1500" b="0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sz="1500" b="0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sz="1500" b="0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r>
              <a:rPr lang="en-GB" sz="1800" b="1" i="0" u="none" strike="noStrike" cap="none" dirty="0" err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Edulein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Rajat Sonar	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sz="1800" b="1" dirty="0"/>
              <a:t>Lack of Accessible, Personalized, and Fair Academic Assessment Systems in Education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sz="12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Office PowerPoint</Application>
  <PresentationFormat>On-screen Show (16:9)</PresentationFormat>
  <Paragraphs>32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Google Sans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rajat</dc:creator>
  <cp:lastModifiedBy>rajatvsonar@gmail.com</cp:lastModifiedBy>
  <cp:revision>1</cp:revision>
  <dcterms:modified xsi:type="dcterms:W3CDTF">2026-04-25T13:13:22Z</dcterms:modified>
</cp:coreProperties>
</file>